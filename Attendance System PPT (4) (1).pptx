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7" r:id="rId5"/>
    <p:sldId id="281" r:id="rId6"/>
    <p:sldId id="282" r:id="rId7"/>
    <p:sldId id="284" r:id="rId8"/>
    <p:sldId id="260" r:id="rId9"/>
    <p:sldId id="261" r:id="rId10"/>
    <p:sldId id="285" r:id="rId11"/>
    <p:sldId id="280" r:id="rId12"/>
    <p:sldId id="286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dhi" initials="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FA2B21-3FCD-4721-B95C-427943F6112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644" y="524933"/>
            <a:ext cx="10018713" cy="3826933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Georgia" panose="02040502050405020303" pitchFamily="18" charset="0"/>
              </a:rPr>
              <a:t>ATTENDENCE </a:t>
            </a:r>
            <a:br>
              <a:rPr lang="en-IN" sz="5400" b="1" dirty="0">
                <a:latin typeface="Georgia" panose="02040502050405020303" pitchFamily="18" charset="0"/>
              </a:rPr>
            </a:br>
            <a:r>
              <a:rPr lang="en-IN" sz="5400" b="1" dirty="0">
                <a:latin typeface="Georgia" panose="02040502050405020303" pitchFamily="18" charset="0"/>
              </a:rPr>
              <a:t>LOGGING</a:t>
            </a:r>
            <a:br>
              <a:rPr lang="en-IN" sz="5400" b="1" dirty="0">
                <a:latin typeface="Georgia" panose="02040502050405020303" pitchFamily="18" charset="0"/>
              </a:rPr>
            </a:br>
            <a:r>
              <a:rPr lang="en-IN" sz="5400" b="1" dirty="0">
                <a:latin typeface="Georgia" panose="02040502050405020303" pitchFamily="18" charset="0"/>
              </a:rPr>
              <a:t>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9" t="7873" r="6661"/>
          <a:stretch>
            <a:fillRect/>
          </a:stretch>
        </p:blipFill>
        <p:spPr>
          <a:xfrm>
            <a:off x="8128000" y="2980267"/>
            <a:ext cx="3459690" cy="3352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754" y="2980267"/>
            <a:ext cx="2796247" cy="2796247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3A445-D674-EA8D-7335-E95480BC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3" y="353961"/>
            <a:ext cx="7600334" cy="101763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entury" panose="02040604050505020304" pitchFamily="18" charset="0"/>
              </a:rPr>
              <a:t>INTRODUCTION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6C87937-145F-9749-7BF1-B84C0F38D4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0" t="-484" r="23227" b="484"/>
          <a:stretch>
            <a:fillRect/>
          </a:stretch>
        </p:blipFill>
        <p:spPr>
          <a:xfrm>
            <a:off x="7594682" y="1022555"/>
            <a:ext cx="3280974" cy="4572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9A267-D9D6-5B49-BED9-CF03590B1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0374" y="727588"/>
            <a:ext cx="6444308" cy="577645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HP Simplified" panose="020B0604020204020204" pitchFamily="34" charset="0"/>
              </a:rPr>
              <a:t>Attendance Management System is used to maintain student attendance records.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HP Simplified" panose="020B0604020204020204" pitchFamily="34" charset="0"/>
              </a:rPr>
              <a:t>It helps in storing student details like name and PRN number.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HP Simplified" panose="020B0604020204020204" pitchFamily="34" charset="0"/>
              </a:rPr>
              <a:t>The system is developed using C programming language.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HP Simplified" panose="020B0604020204020204" pitchFamily="34" charset="0"/>
              </a:rPr>
              <a:t>Attendance can be marked as present or absent easily</a:t>
            </a:r>
            <a:r>
              <a:rPr lang="en-US" dirty="0">
                <a:latin typeface="HP Simplified" panose="020B0604020204020204" pitchFamily="34" charset="0"/>
              </a:rPr>
              <a:t>.</a:t>
            </a:r>
            <a:endParaRPr lang="en-IN" dirty="0">
              <a:latin typeface="HP Simplified" panose="020B0604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21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2B7B6-DE6A-75E4-5CBF-F400E615C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6344" y="353962"/>
            <a:ext cx="6146340" cy="62729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It calculates the overall attendance percentage automatically.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This system saves time and reduces manual work.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    It is easy to use and understand.</a:t>
            </a:r>
            <a:endParaRPr lang="en-IN" sz="240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B69790F-89FA-B05A-C555-59B44256706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" t="-3816" r="19708" b="-6024"/>
          <a:stretch>
            <a:fillRect/>
          </a:stretch>
        </p:blipFill>
        <p:spPr>
          <a:xfrm>
            <a:off x="7806813" y="1092974"/>
            <a:ext cx="3216327" cy="4481915"/>
          </a:xfrm>
        </p:spPr>
      </p:pic>
    </p:spTree>
    <p:extLst>
      <p:ext uri="{BB962C8B-B14F-4D97-AF65-F5344CB8AC3E}">
        <p14:creationId xmlns:p14="http://schemas.microsoft.com/office/powerpoint/2010/main" val="189652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59D161-3DC8-0BC8-3A5B-939354AA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7666"/>
            <a:ext cx="10273992" cy="2143431"/>
          </a:xfrm>
        </p:spPr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E797A-75A4-CC12-AB37-F97D9686766B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248697" y="1725764"/>
            <a:ext cx="6941573" cy="447818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To maintain daily attendance of </a:t>
            </a:r>
            <a:r>
              <a:rPr lang="en-US" dirty="0" err="1"/>
              <a:t>students.To</a:t>
            </a:r>
            <a:r>
              <a:rPr lang="en-US" dirty="0"/>
              <a:t> store student attendance details securely.</a:t>
            </a:r>
          </a:p>
          <a:p>
            <a:pPr marL="0" indent="0">
              <a:buNone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To reduce paperwork and manual errors. 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To calculate attendance percentage accurately.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To help staff manage attendance efficiently.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To generate attendance reports for evaluation.</a:t>
            </a:r>
            <a:endParaRPr lang="en-IN" sz="2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6A55D85-733B-7211-471D-95B0F956D56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05" t="-1828" r="3024" b="1828"/>
          <a:stretch>
            <a:fillRect/>
          </a:stretch>
        </p:blipFill>
        <p:spPr>
          <a:xfrm>
            <a:off x="8330535" y="1287463"/>
            <a:ext cx="3281362" cy="4572000"/>
          </a:xfrm>
        </p:spPr>
      </p:pic>
    </p:spTree>
    <p:extLst>
      <p:ext uri="{BB962C8B-B14F-4D97-AF65-F5344CB8AC3E}">
        <p14:creationId xmlns:p14="http://schemas.microsoft.com/office/powerpoint/2010/main" val="123282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Georgia" panose="02040502050405020303" pitchFamily="18" charset="0"/>
              </a:rPr>
              <a:t>PROGRAM REQUIREMENTS: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5915555" cy="3124201"/>
          </a:xfrm>
        </p:spPr>
        <p:txBody>
          <a:bodyPr/>
          <a:lstStyle/>
          <a:p>
            <a:pPr lvl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IN" sz="3600" dirty="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Structures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IN" sz="3600" dirty="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File handling functions 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IN" sz="3600" dirty="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Loops  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175" y="2962108"/>
            <a:ext cx="4895850" cy="2533984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332" y="159797"/>
            <a:ext cx="10018713" cy="105644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Georgia" panose="02040502050405020303" pitchFamily="18" charset="0"/>
              </a:rPr>
              <a:t>FILE HANDLING FUNCTIONS: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5333" y="-727587"/>
            <a:ext cx="10184384" cy="86720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fopen</a:t>
            </a:r>
            <a:r>
              <a:rPr lang="en-US" sz="28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fwrite</a:t>
            </a:r>
            <a:r>
              <a:rPr lang="en-US" sz="3200" b="1" i="1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fread</a:t>
            </a:r>
            <a:r>
              <a:rPr lang="en-US" sz="28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fclose</a:t>
            </a:r>
            <a:r>
              <a:rPr lang="en-US" sz="28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fseek</a:t>
            </a:r>
            <a:r>
              <a:rPr lang="en-US" sz="28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  <a:endParaRPr lang="en-US" sz="28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30129-73CE-08A4-3F3B-E0CF86752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8968" y="521110"/>
            <a:ext cx="9684057" cy="5820696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4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fopen</a:t>
            </a:r>
            <a:r>
              <a:rPr lang="en-US" sz="44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algn="l"/>
            <a:r>
              <a:rPr lang="en-US" sz="2800" dirty="0" err="1">
                <a:latin typeface="HP Simplified"/>
              </a:rPr>
              <a:t>fopen</a:t>
            </a:r>
            <a:r>
              <a:rPr lang="en-US" sz="2800" dirty="0">
                <a:latin typeface="HP Simplified"/>
              </a:rPr>
              <a:t>("attendance.dat", "ab")Used in the </a:t>
            </a:r>
            <a:r>
              <a:rPr lang="en-US" sz="2800" dirty="0" err="1">
                <a:latin typeface="HP Simplified"/>
              </a:rPr>
              <a:t>addStudent</a:t>
            </a:r>
            <a:r>
              <a:rPr lang="en-US" sz="2800" dirty="0">
                <a:latin typeface="HP Simplified"/>
              </a:rPr>
              <a:t>() </a:t>
            </a:r>
            <a:r>
              <a:rPr lang="en-US" sz="2800" dirty="0" err="1">
                <a:latin typeface="HP Simplified"/>
              </a:rPr>
              <a:t>function."ab</a:t>
            </a:r>
            <a:r>
              <a:rPr lang="en-US" sz="2800" dirty="0">
                <a:latin typeface="HP Simplified"/>
              </a:rPr>
              <a:t>" mode allows adding new student records without deleting old </a:t>
            </a:r>
            <a:r>
              <a:rPr lang="en-US" sz="2800" dirty="0" err="1">
                <a:latin typeface="HP Simplified"/>
              </a:rPr>
              <a:t>data.This</a:t>
            </a:r>
            <a:r>
              <a:rPr lang="en-US" sz="2800" dirty="0">
                <a:latin typeface="HP Simplified"/>
              </a:rPr>
              <a:t> is why newly entered students are saved continuously.</a:t>
            </a:r>
          </a:p>
          <a:p>
            <a:pPr algn="l"/>
            <a:r>
              <a:rPr lang="en-US" sz="4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fwrite</a:t>
            </a:r>
            <a:r>
              <a:rPr lang="en-US" sz="4000" b="1" i="1" dirty="0">
                <a:latin typeface="Calibri" panose="020F0502020204030204" pitchFamily="34" charset="0"/>
                <a:cs typeface="Calibri" panose="020F0502020204030204" pitchFamily="34" charset="0"/>
              </a:rPr>
              <a:t>(): </a:t>
            </a:r>
          </a:p>
          <a:p>
            <a:pPr algn="l"/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fwrite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(&amp;s,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sizeof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(s), 1,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fp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)Used to write the student structure into the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file.Stores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 roll number, name, and attendance together as one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record.fopen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("attendance.dat", "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rb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+")Used in the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markAttendance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() function."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rb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+" mode allows the program to read and update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attendance.Needed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 because attendance value is modified after searching the student.</a:t>
            </a:r>
          </a:p>
        </p:txBody>
      </p:sp>
    </p:spTree>
    <p:extLst>
      <p:ext uri="{BB962C8B-B14F-4D97-AF65-F5344CB8AC3E}">
        <p14:creationId xmlns:p14="http://schemas.microsoft.com/office/powerpoint/2010/main" val="189748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8253" y="-93305"/>
            <a:ext cx="10263674" cy="70539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4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fclose</a:t>
            </a:r>
            <a:r>
              <a:rPr lang="en-US" sz="44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0" indent="0">
              <a:buNone/>
            </a:pPr>
            <a:r>
              <a:rPr lang="en-US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fclose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(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fp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)Used after every file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operation.Ensures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 data is saved properly and file is closed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safely.Why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 These File Functions Are Necessary in This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CodeTo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 save student data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permanently.To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 search and update attendance </a:t>
            </a:r>
            <a:r>
              <a:rPr lang="en-US" sz="2800" b="1" i="1" dirty="0" err="1">
                <a:latin typeface="HP Simplified"/>
                <a:cs typeface="Calibri" panose="020F0502020204030204" pitchFamily="34" charset="0"/>
              </a:rPr>
              <a:t>records.To</a:t>
            </a:r>
            <a:r>
              <a:rPr lang="en-US" sz="2800" b="1" i="1" dirty="0">
                <a:latin typeface="HP Simplified"/>
                <a:cs typeface="Calibri" panose="020F0502020204030204" pitchFamily="34" charset="0"/>
              </a:rPr>
              <a:t> avoid losing data when the program ends.</a:t>
            </a:r>
          </a:p>
          <a:p>
            <a:pPr marL="0" indent="0">
              <a:buNone/>
            </a:pPr>
            <a:r>
              <a:rPr lang="en-US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7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fread</a:t>
            </a:r>
            <a:r>
              <a:rPr lang="en-US" sz="47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0" indent="0">
              <a:buNone/>
            </a:pP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fread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(&amp;s, </a:t>
            </a: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sizeof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(s), 1, </a:t>
            </a: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fp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)Used inside a loop to read each student record one by </a:t>
            </a: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one.Helps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the program find the student using roll </a:t>
            </a: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number.fseek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fp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, -</a:t>
            </a: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sizeof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(s), SEEK_CUR)Moves the file pointer back to the correct </a:t>
            </a:r>
            <a:r>
              <a:rPr lang="en-US" sz="2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position.Allows</a:t>
            </a:r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the program to update attendance of the same student record</a:t>
            </a:r>
            <a:r>
              <a:rPr lang="en-US" sz="3000" b="1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HP Simplifi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915EC-88DF-65F8-7F63-883997CE5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4335" y="1061883"/>
            <a:ext cx="10579510" cy="6715433"/>
          </a:xfrm>
        </p:spPr>
        <p:txBody>
          <a:bodyPr/>
          <a:lstStyle/>
          <a:p>
            <a:pPr algn="just"/>
            <a:r>
              <a:rPr lang="en-US" sz="3600" b="1" i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fseek</a:t>
            </a:r>
            <a:r>
              <a:rPr lang="en-US" sz="36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  <a:endParaRPr 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 err="1">
                <a:latin typeface="HP Simplified"/>
              </a:rPr>
              <a:t>fseek</a:t>
            </a:r>
            <a:r>
              <a:rPr lang="en-US" sz="2800" dirty="0">
                <a:latin typeface="HP Simplified"/>
              </a:rPr>
              <a:t>(</a:t>
            </a:r>
            <a:r>
              <a:rPr lang="en-US" sz="2800" dirty="0" err="1">
                <a:latin typeface="HP Simplified"/>
              </a:rPr>
              <a:t>fp</a:t>
            </a:r>
            <a:r>
              <a:rPr lang="en-US" sz="2800" dirty="0">
                <a:latin typeface="HP Simplified"/>
              </a:rPr>
              <a:t>, -</a:t>
            </a:r>
            <a:r>
              <a:rPr lang="en-US" sz="2800" dirty="0" err="1">
                <a:latin typeface="HP Simplified"/>
              </a:rPr>
              <a:t>sizeof</a:t>
            </a:r>
            <a:r>
              <a:rPr lang="en-US" sz="2800" dirty="0">
                <a:latin typeface="HP Simplified"/>
              </a:rPr>
              <a:t>(s), SEEK_CUR)Moves the file pointer back to the correct </a:t>
            </a:r>
            <a:r>
              <a:rPr lang="en-US" sz="2800" dirty="0" err="1">
                <a:latin typeface="HP Simplified"/>
              </a:rPr>
              <a:t>position.Allows</a:t>
            </a:r>
            <a:r>
              <a:rPr lang="en-US" sz="2800" dirty="0">
                <a:latin typeface="HP Simplified"/>
              </a:rPr>
              <a:t> the program to update attendance of the same student record.</a:t>
            </a:r>
            <a:endParaRPr lang="en-IN" sz="2800" dirty="0">
              <a:latin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408277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800" dirty="0">
                <a:latin typeface="Algerian" panose="04020705040A02060702" pitchFamily="82" charset="0"/>
              </a:rPr>
              <a:t>THANK YOU!!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CFBC9-EB7F-350E-D75B-7EDD5F262D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33772" y="3692324"/>
            <a:ext cx="9240489" cy="2098876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HP Simplified" panose="020B0604020204020204" pitchFamily="34" charset="0"/>
              </a:rPr>
              <a:t>G.AVANASH</a:t>
            </a:r>
          </a:p>
          <a:p>
            <a:r>
              <a:rPr lang="en-IN" sz="2400" b="1" dirty="0">
                <a:latin typeface="HP Simplified" panose="020B0604020204020204" pitchFamily="34" charset="0"/>
              </a:rPr>
              <a:t>ROLL NO:25A31A04H0</a:t>
            </a:r>
          </a:p>
          <a:p>
            <a:r>
              <a:rPr lang="en-IN" sz="2400" b="1" dirty="0">
                <a:latin typeface="HP Simplified" panose="020B0604020204020204" pitchFamily="34" charset="0"/>
              </a:rPr>
              <a:t>G.HARI PRASAD</a:t>
            </a:r>
          </a:p>
          <a:p>
            <a:r>
              <a:rPr lang="en-IN" sz="2400" b="1" dirty="0">
                <a:latin typeface="HP Simplified" panose="020B0604020204020204" pitchFamily="34" charset="0"/>
              </a:rPr>
              <a:t>ROLL.NO: 25A31A04H1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586949A-C7EE-239F-B358-D7B86CBD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algn="l"/>
            <a:r>
              <a:rPr lang="en-IN" sz="9600" b="1" dirty="0"/>
              <a:t>MADE BY:</a:t>
            </a:r>
          </a:p>
          <a:p>
            <a:pPr algn="l"/>
            <a:r>
              <a:rPr lang="en-IN" sz="9600" b="1" dirty="0"/>
              <a:t>K.ISWARYA</a:t>
            </a:r>
          </a:p>
          <a:p>
            <a:pPr algn="l"/>
            <a:r>
              <a:rPr lang="en-IN" sz="9600" b="1" dirty="0"/>
              <a:t>ROLL .NO: </a:t>
            </a:r>
            <a:r>
              <a:rPr lang="en-IN" sz="9600" b="1" dirty="0">
                <a:latin typeface="HP Simplified" panose="020B0604020204020204" pitchFamily="34" charset="0"/>
              </a:rPr>
              <a:t>25A31A04D9</a:t>
            </a:r>
          </a:p>
          <a:p>
            <a:pPr algn="l"/>
            <a:r>
              <a:rPr lang="en-IN" sz="9600" b="1" dirty="0"/>
              <a:t>K. VENKATA LAKSHMI</a:t>
            </a:r>
          </a:p>
          <a:p>
            <a:pPr algn="l"/>
            <a:r>
              <a:rPr lang="en-IN" sz="9600" b="1" dirty="0"/>
              <a:t>ROLL .NO</a:t>
            </a:r>
            <a:r>
              <a:rPr lang="en-IN" sz="9600" b="1"/>
              <a:t>:</a:t>
            </a:r>
            <a:r>
              <a:rPr lang="en-IN" sz="9600" b="1">
                <a:latin typeface="HP Simplified" panose="020B0604020204020204" pitchFamily="34" charset="0"/>
              </a:rPr>
              <a:t>25A31A04E0</a:t>
            </a:r>
            <a:endParaRPr lang="en-IN" sz="9600" b="1" dirty="0">
              <a:latin typeface="HP Simplified" panose="020B0604020204020204" pitchFamily="34" charset="0"/>
            </a:endParaRPr>
          </a:p>
          <a:p>
            <a:pPr algn="l"/>
            <a:endParaRPr lang="en-IN" b="1" dirty="0"/>
          </a:p>
        </p:txBody>
      </p:sp>
      <p:pic>
        <p:nvPicPr>
          <p:cNvPr id="1026" name="Picture 2" descr="Stay Safe Images, Stock Photos &amp; Vector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76"/>
          <a:stretch>
            <a:fillRect/>
          </a:stretch>
        </p:blipFill>
        <p:spPr bwMode="auto">
          <a:xfrm rot="1032212">
            <a:off x="5339927" y="4247926"/>
            <a:ext cx="2003758" cy="19965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35B0DC78564F4B82DD69BBEBAF973E" ma:contentTypeVersion="5" ma:contentTypeDescription="Create a new document." ma:contentTypeScope="" ma:versionID="2fb6367c62e7517793562f8f71c54e79">
  <xsd:schema xmlns:xsd="http://www.w3.org/2001/XMLSchema" xmlns:xs="http://www.w3.org/2001/XMLSchema" xmlns:p="http://schemas.microsoft.com/office/2006/metadata/properties" xmlns:ns3="9caa4048-c9c6-4c47-96b3-20bff02eeac6" targetNamespace="http://schemas.microsoft.com/office/2006/metadata/properties" ma:root="true" ma:fieldsID="ac4a95001be952a758f5a64d4de54ba2" ns3:_="">
    <xsd:import namespace="9caa4048-c9c6-4c47-96b3-20bff02eea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a4048-c9c6-4c47-96b3-20bff02eea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aa4048-c9c6-4c47-96b3-20bff02eeac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6721C9-0A0A-4122-B79C-AC6006C0BE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a4048-c9c6-4c47-96b3-20bff02ee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F7AFFF-2B65-48C1-9F91-EEB8CF754964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9caa4048-c9c6-4c47-96b3-20bff02eeac6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F96F40A-E37D-4E7A-A268-885912CD02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192</TotalTime>
  <Words>463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Arial</vt:lpstr>
      <vt:lpstr>Calibri</vt:lpstr>
      <vt:lpstr>Century</vt:lpstr>
      <vt:lpstr>Corbel</vt:lpstr>
      <vt:lpstr>Georgia</vt:lpstr>
      <vt:lpstr>HP Simplified</vt:lpstr>
      <vt:lpstr>Wingdings</vt:lpstr>
      <vt:lpstr>Parallax</vt:lpstr>
      <vt:lpstr>ATTENDENCE  LOGGING SYSTEM</vt:lpstr>
      <vt:lpstr>INTRODUCTION</vt:lpstr>
      <vt:lpstr>PowerPoint Presentation</vt:lpstr>
      <vt:lpstr>OBJECTIVES</vt:lpstr>
      <vt:lpstr>PROGRAM REQUIREMENTS:</vt:lpstr>
      <vt:lpstr>FILE HANDLING FUNCTIONS:</vt:lpstr>
      <vt:lpstr>PowerPoint Presentation</vt:lpstr>
      <vt:lpstr>PowerPoint Presentation</vt:lpstr>
      <vt:lpstr>PowerPoint Presentation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</dc:title>
  <dc:creator>Vidhi</dc:creator>
  <cp:lastModifiedBy>Satish Rongali</cp:lastModifiedBy>
  <cp:revision>22</cp:revision>
  <dcterms:created xsi:type="dcterms:W3CDTF">2020-04-04T07:04:00Z</dcterms:created>
  <dcterms:modified xsi:type="dcterms:W3CDTF">2025-12-22T17:01:39Z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E2C88C4B1F4545DC90B23991B03F6128_12</vt:lpwstr>
  </property>
  <property fmtid="{D5CDD505-2E9C-101B-9397-08002B2CF9AE}" pid="3" name="KSOProductBuildVer">
    <vt:lpwstr>1033-12.2.0.23196</vt:lpwstr>
  </property>
  <property fmtid="{D5CDD505-2E9C-101B-9397-08002B2CF9AE}" pid="4" name="ContentTypeId">
    <vt:lpwstr>0x010100B435B0DC78564F4B82DD69BBEBAF973E</vt:lpwstr>
  </property>
</Properties>
</file>